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1212B"/>
                </a:solidFill>
              </a:rPr>
              <a:t>Closing the Patch Gap for Embedded Builds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582C83"/>
                </a:solidFill>
              </a:rPr>
              <a:t>Upstream security-fix monitoring as a Black Duck SCA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76"/>
                </a:solidFill>
              </a:rPr>
              <a:t>Alerting Yocto / Buildroot device makers to likely security fixes the moment they land upstream — before a CVE exists, and only when the fix touches code they actually shipped.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6"/>
                </a:solidFill>
              </a:rPr>
              <a:t>Vision deck — concept + working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Exploits are now derived from the patches that fix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76"/>
                </a:solidFill>
              </a:rPr>
              <a:t>Attackers diff public fix commits and weaponize them in days. Vendors who build entire operating systems from source are exposed the longest: rebuild, regression, and fleet update cycles are measured in weeks.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286000" cy="105156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54A55"/>
                </a:solidFill>
              </a:rPr>
              <a:t>Fix merged upstream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Often silent — no advisory,
no CVE, just a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834640"/>
            <a:ext cx="2286000" cy="1051560"/>
          </a:xfrm>
          <a:prstGeom prst="roundRect">
            <a:avLst/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</a:rPr>
              <a:t>Exploit derived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Attackers diff the patch;
N-day weaponized in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834640"/>
            <a:ext cx="2286000" cy="105156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54A55"/>
                </a:solidFill>
              </a:rPr>
              <a:t>CVE published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Weeks later — the first moment
feed-driven tools can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834640"/>
            <a:ext cx="2286000" cy="105156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54A55"/>
                </a:solidFill>
              </a:rPr>
              <a:t>Vendor ships fix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Rebuild + regression + fleet
update: weeks to months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3360420"/>
            <a:ext cx="411480" cy="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23560" y="3360420"/>
            <a:ext cx="411480" cy="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3360420"/>
            <a:ext cx="411480" cy="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4343400"/>
            <a:ext cx="7680960" cy="777240"/>
          </a:xfrm>
          <a:prstGeom prst="roundRect">
            <a:avLst/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</a:rPr>
              <a:t>Exposure window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Devices are exploitable in the field for this entire span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82C83"/>
                </a:solidFill>
              </a:rPr>
              <a:t>The defensive opportunity: the same public commit that arms the attacker can warn the vendor — if someone is watching the right repos with the right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THE GAP IN SCA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CVE-driven alerting can't cover this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291840" cy="123444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82C83"/>
                </a:solidFill>
              </a:rPr>
              <a:t>Alerts begin at CVE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664208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B"/>
                </a:solidFill>
              </a:rPr>
              <a:t>The exposure window opens at the fix commit — weeks earlier. By publication, N-day exploitation is already underway.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35808"/>
            <a:ext cx="3291840" cy="123444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82C83"/>
                </a:solidFill>
              </a:rPr>
              <a:t>Component-level granularity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145536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B"/>
                </a:solidFill>
              </a:rPr>
              <a:t>A kernel CVE alerts every kernel user. A vendor whose kernel config never builds the affected driver gets a false alarm — for hardware the device doesn't have.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17136"/>
            <a:ext cx="3291840" cy="123444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82C83"/>
                </a:solidFill>
              </a:rPr>
              <a:t>Alert fatigue defeats the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626864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1212B"/>
                </a:solidFill>
              </a:rPr>
              <a:t>Embedded teams triaging vulnerability feeds learn to ignore them. Precision is the product, not just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82C83"/>
                </a:solidFill>
              </a:rPr>
              <a:t>Needed: a pre-CVE signal scoped to what each customer's build actually compiled.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Monitor the build, not the feed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94960" cy="210312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582C83"/>
                </a:solidFill>
              </a:rPr>
              <a:t>RECALL — never miss a repo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21212B"/>
                </a:solidFill>
              </a:rPr>
              <a:t>SBOM (SCA) merged with build-observation component matches produces the complete list of upstream repos that feed the build. Two independent sources: neither alone is complete.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54480"/>
            <a:ext cx="5394960" cy="210312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E7D32"/>
                </a:solidFill>
              </a:rPr>
              <a:t>PRECISION — never false-alarm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21212B"/>
                </a:solidFill>
              </a:rPr>
              <a:t>Every upstream change is cross-referenced against the files actually compiled into the image (sources and headers). Changes to code the device never shipped are suppressed — with the reason logged.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11018520" cy="137160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54A55"/>
                </a:solidFill>
              </a:rPr>
              <a:t>Worked example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1212B"/>
                </a:solidFill>
              </a:rPr>
              <a:t>A security fix lands in a kernel Wi-Fi driver. Repo-level mapping says “exposed.” The compiled-file index knows the customer's kernel config never built that driver — no alert, no noise, confidence preserved for the alerts that do fire.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82C83"/>
                </a:solidFill>
              </a:rPr>
              <a:t>Precision comes from observing the real build — not trusting declared dependencies.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WHY BLACK DUCK SCA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Black Duck already collects the hard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B"/>
                </a:solidFill>
              </a:rPr>
              <a:t>The expensive input is the compiled-file inventory — and the BD C/C++ tool (Coverity Build Capture) already produces it on every analyzed build:</a:t>
            </a:r>
          </a:p>
          <a:p>
            <a:pPr algn="l" lvl="1">
              <a:spcAft>
                <a:spcPts val="800"/>
              </a:spcAft>
            </a:pPr>
            <a:r>
              <a:rPr sz="1500" b="0">
                <a:solidFill>
                  <a:srgbClr val="21212B"/>
                </a:solidFill>
              </a:rPr>
              <a:t>•  Wraps the customer's build, observing every compiler and linker invocation</a:t>
            </a:r>
          </a:p>
          <a:p>
            <a:pPr algn="l" lvl="1">
              <a:spcAft>
                <a:spcPts val="800"/>
              </a:spcAft>
            </a:pPr>
            <a:r>
              <a:rPr sz="1500" b="0">
                <a:solidFill>
                  <a:srgbClr val="21212B"/>
                </a:solidFill>
              </a:rPr>
              <a:t>•  Records all compiled sources, included headers, and linked objects</a:t>
            </a:r>
          </a:p>
          <a:p>
            <a:pPr algn="l" lvl="1">
              <a:spcAft>
                <a:spcPts val="800"/>
              </a:spcAft>
            </a:pPr>
            <a:r>
              <a:rPr sz="1500" b="0">
                <a:solidFill>
                  <a:srgbClr val="21212B"/>
                </a:solidFill>
              </a:rPr>
              <a:t>•  Matches files to components via package manager, file contents, and binary analysis</a:t>
            </a:r>
          </a:p>
          <a:p>
            <a:pPr algn="l" lvl="1">
              <a:spcAft>
                <a:spcPts val="800"/>
              </a:spcAft>
            </a:pPr>
            <a:r>
              <a:rPr sz="1500" b="0">
                <a:solidFill>
                  <a:srgbClr val="21212B"/>
                </a:solidFill>
              </a:rPr>
              <a:t>•  Already submits the complete file list to Black Duck SCA as part of normal operation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06240"/>
            <a:ext cx="11018520" cy="146304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582C83"/>
                </a:solidFill>
              </a:rPr>
              <a:t>Integration cost is connecting existing data to a new consumer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21212B"/>
                </a:solidFill>
              </a:rPr>
              <a:t>No new collection agents, no new customer workflow. The build the customer already analyzes with BD/CPP yields both the SBOM (recall) and the compiled-file index (precision). Header capture even covers fixes that land in .h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Vision: a monitoring service inside the BD SCA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454A55"/>
                </a:solidFill>
              </a:rPr>
              <a:t>CUSTOMER BUILD 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82C83"/>
                </a:solidFill>
              </a:rPr>
              <a:t>BLACK DUCK SCA (HUB)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4173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</a:rPr>
              <a:t>MONITORING SERVICE  —  new deployment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0175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4A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86200" y="178308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82C8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4069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2560320" cy="137160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54A55"/>
                </a:solidFill>
              </a:rPr>
              <a:t>BD/CPP wraps the build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Coverity Build Capture:
sources + headers + objects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86000"/>
            <a:ext cx="2926080" cy="137160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2C83"/>
                </a:solidFill>
              </a:rPr>
              <a:t>Project BOM + matched file list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Existing BD/CPP submission —
no new 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160520"/>
            <a:ext cx="2926080" cy="137160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2C83"/>
                </a:solidFill>
              </a:rPr>
              <a:t>New build analyzed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Repo list computed; push
notification to monitoring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48840"/>
            <a:ext cx="3611880" cy="114300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E7D32"/>
                </a:solidFill>
              </a:rPr>
              <a:t>Watch manifest per project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Repos, pinned versions,
compiled-file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74720"/>
            <a:ext cx="3611880" cy="114300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E7D32"/>
                </a:solidFill>
              </a:rPr>
              <a:t>Repo watchers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Webhooks (modern) / polling (legacy)
— transport invisible to the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800600"/>
            <a:ext cx="3611880" cy="96012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E7D32"/>
                </a:solidFill>
              </a:rPr>
              <a:t>Change detected → workflow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Filter → triage → notification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2971800"/>
            <a:ext cx="822960" cy="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3657600"/>
            <a:ext cx="0" cy="50292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040880" y="2720340"/>
            <a:ext cx="822960" cy="212598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69780" y="3291840"/>
            <a:ext cx="0" cy="18288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69780" y="4617720"/>
            <a:ext cx="0" cy="18288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82C83"/>
                </a:solidFill>
              </a:rPr>
              <a:t>Ships and scales like the rest of BD SCA: one more container in the existing deployment.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DETECTION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From upstream commit to customer notification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148840" cy="114300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54A55"/>
                </a:solidFill>
              </a:rPr>
              <a:t>Commit detected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In a watched repo,
on a watched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81528" y="1828800"/>
            <a:ext cx="2148840" cy="114300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2C83"/>
                </a:solidFill>
              </a:rPr>
              <a:t>Relevance filter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Changed files × compiled-
file index (incl. headers)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14416" y="1828800"/>
            <a:ext cx="2148840" cy="114300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2C83"/>
                </a:solidFill>
              </a:rPr>
              <a:t>Version check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Does the change apply to
the version that was built?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304" y="1828800"/>
            <a:ext cx="2148840" cy="114300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2C83"/>
                </a:solidFill>
              </a:rPr>
              <a:t>Triage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Human first;
LLM-assisted → agentic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400300"/>
            <a:ext cx="384048" cy="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30368" y="2400300"/>
            <a:ext cx="384048" cy="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63256" y="2400300"/>
            <a:ext cx="384048" cy="0"/>
          </a:xfrm>
          <a:prstGeom prst="line">
            <a:avLst/>
          </a:prstGeom>
          <a:ln w="28575">
            <a:solidFill>
              <a:srgbClr val="454A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81528" y="3520440"/>
            <a:ext cx="2148840" cy="86868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54A55"/>
                </a:solidFill>
              </a:rPr>
              <a:t>Suppressed + logged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Code not in this build
(the kernel-driver case)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5948" y="2971800"/>
            <a:ext cx="0" cy="548640"/>
          </a:xfrm>
          <a:prstGeom prst="line">
            <a:avLst/>
          </a:prstGeom>
          <a:ln w="2222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06440" y="3520440"/>
            <a:ext cx="2148840" cy="868680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54A55"/>
                </a:solidFill>
              </a:rPr>
              <a:t>Not meaningful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Rationale logged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520440"/>
            <a:ext cx="2148840" cy="86868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582C83"/>
                </a:solidFill>
              </a:rPr>
              <a:t>Needs human review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Queued with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61320" y="3520440"/>
            <a:ext cx="1627632" cy="868680"/>
          </a:xfrm>
          <a:prstGeom prst="roundRect">
            <a:avLst/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</a:rPr>
              <a:t>Response required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</a:rPr>
              <a:t>Urgency + rationale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880860" y="2971800"/>
            <a:ext cx="2340864" cy="548640"/>
          </a:xfrm>
          <a:prstGeom prst="line">
            <a:avLst/>
          </a:prstGeom>
          <a:ln w="1905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21724" y="2971800"/>
            <a:ext cx="36576" cy="548640"/>
          </a:xfrm>
          <a:prstGeom prst="line">
            <a:avLst/>
          </a:prstGeom>
          <a:ln w="1905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21724" y="2971800"/>
            <a:ext cx="2153412" cy="548640"/>
          </a:xfrm>
          <a:prstGeom prst="line">
            <a:avLst/>
          </a:prstGeom>
          <a:ln w="1905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0" y="4892040"/>
            <a:ext cx="5074920" cy="105156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E7D32"/>
                </a:solidFill>
              </a:rPr>
              <a:t>Notification → candidate rebuild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76"/>
                </a:solidFill>
              </a:rPr>
              <a:t>Evidence bundle: commit, matched files, applicability, reasoning. Customer starts rebuild + regression before any zero-day lands.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9121140" y="4389120"/>
            <a:ext cx="2253996" cy="502920"/>
          </a:xfrm>
          <a:prstGeom prst="line">
            <a:avLst/>
          </a:prstGeom>
          <a:ln w="28575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121140" y="4389120"/>
            <a:ext cx="137160" cy="50292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0292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6B76"/>
                </a:solidFill>
              </a:rPr>
              <a:t>Every verdict carries reasoning — auditable decisions, not a black box. Scope is urgency triage only: the tool never derives exploits.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Always in sync with the latest analyzed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02920" cy="502920"/>
          </a:xfrm>
          <a:prstGeom prst="roundRect">
            <a:avLst/>
          </a:prstGeom>
          <a:solidFill>
            <a:srgbClr val="582C83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1212B"/>
                </a:solidFill>
              </a:rPr>
              <a:t>Customer re-runs BD/CPP on a new build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6B76"/>
                </a:solidFill>
              </a:rPr>
              <a:t>The workflow they already have — nothing new to operate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02920" cy="502920"/>
          </a:xfrm>
          <a:prstGeom prst="roundRect">
            <a:avLst/>
          </a:prstGeom>
          <a:solidFill>
            <a:srgbClr val="582C83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1212B"/>
                </a:solidFill>
              </a:rPr>
              <a:t>Hub recomputes the project's repo list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6B76"/>
                </a:solidFill>
              </a:rPr>
              <a:t>From the fresh BOM + matched file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502920" cy="502920"/>
          </a:xfrm>
          <a:prstGeom prst="roundRect">
            <a:avLst/>
          </a:prstGeom>
          <a:solidFill>
            <a:srgbClr val="582C83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04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1212B"/>
                </a:solidFill>
              </a:rPr>
              <a:t>Push notification to the monitoring service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6B76"/>
                </a:solidFill>
              </a:rPr>
              <a:t>Watch lists adjusted: repos added, dropped, re-pinned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26280"/>
            <a:ext cx="502920" cy="502920"/>
          </a:xfrm>
          <a:prstGeom prst="roundRect">
            <a:avLst/>
          </a:prstGeom>
          <a:solidFill>
            <a:srgbClr val="582C83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1212B"/>
                </a:solidFill>
              </a:rPr>
              <a:t>Compiled-file index refreshed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6B76"/>
                </a:solidFill>
              </a:rPr>
              <a:t>Precision filter always reflects what the device actually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86400"/>
            <a:ext cx="11018520" cy="77724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E7D32"/>
                </a:solidFill>
              </a:rPr>
              <a:t>Zero user configuration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21212B"/>
                </a:solidFill>
              </a:rPr>
              <a:t>Webhook vs. polling per repo, branch selection, version pinning — all invisible. The user's only experience is the notification.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PRODUCT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Why this belongs in Black Duck SCA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196596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582C83"/>
                </a:solidFill>
              </a:rPr>
              <a:t>Differentiated signal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12B"/>
                </a:solidFill>
              </a:rPr>
              <a:t>Pre-CVE security-fix alerting scoped to the customer's actual build. No CVE-feed product can match the timing; no repo-watcher can match the precision.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45920"/>
            <a:ext cx="5394960" cy="196596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582C83"/>
                </a:solidFill>
              </a:rPr>
              <a:t>Near-zero collection cost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12B"/>
                </a:solidFill>
              </a:rPr>
              <a:t>BD/CPP already captures and submits the compiled-file inventory. The feature monetizes data the product already 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86200"/>
            <a:ext cx="5394960" cy="196596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582C83"/>
                </a:solidFill>
              </a:rPr>
              <a:t>Fits the deployment model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12B"/>
                </a:solidFill>
              </a:rPr>
              <a:t>One additional container in the existing BD SCA deployment. No new agents at the customer.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886200"/>
            <a:ext cx="5394960" cy="196596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582C83"/>
                </a:solidFill>
              </a:rPr>
              <a:t>The right segment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12B"/>
                </a:solidFill>
              </a:rPr>
              <a:t>Yocto / Buildroot device makers carry the longest patch gap and the highest exposure — and are already BD/CPP's core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2C83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1212B"/>
                </a:solidFill>
              </a:rPr>
              <a:t>Rollout path — and what exists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210312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582C83"/>
                </a:solidFill>
              </a:rPr>
              <a:t>Phase 1 — Human triage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12B"/>
                </a:solidFill>
              </a:rPr>
              <a:t>Filtered, evidence-rich review queue. The relevance filter does the noise reduction; analysts make the call.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645920"/>
            <a:ext cx="3566160" cy="210312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582C83"/>
                </a:solidFill>
              </a:rPr>
              <a:t>Phase 2 — LLM-assisted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12B"/>
                </a:solidFill>
              </a:rPr>
              <a:t>Claude classifies each surviving commit with a verdict and written rationale; humans review the queue it produces.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4736" y="1645920"/>
            <a:ext cx="3566160" cy="210312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58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582C83"/>
                </a:solidFill>
              </a:rPr>
              <a:t>Phase 3 — Agentic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12B"/>
                </a:solidFill>
              </a:rPr>
              <a:t>End-to-end triage with human oversight on response_required verdicts only. Notification triggers the rebuild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11018520" cy="137160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E7D32"/>
                </a:solidFill>
              </a:rPr>
              <a:t>Working prototype (today)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21212B"/>
                </a:solidFill>
              </a:rPr>
              <a:t>End-to-end pipeline on sample data: provisioning from an SBOM + build-capture file list, replayable change injection, relevance filtering, three-verdict triage with rationale, and the alert evidence bundle. Fully deterministic — built for live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82C83"/>
                </a:solidFill>
              </a:rPr>
              <a:t>Ask: sponsor a proof-of-concept integration against a real BD/CPP-analyzed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76"/>
                </a:solidFill>
              </a:rPr>
              <a:t>RepoMonitoring — vision concept for Black Duck SCA integration   |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