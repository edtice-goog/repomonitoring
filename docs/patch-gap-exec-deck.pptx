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Thesis up front: the most dangerous moment isn't when a vulnerability is announced — it's the quiet window between the fix becoming visible and our product being rebuilt. That window is measurable, shrinking, and widest for embedded. Everything that follows is sourced.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thesis. If the room remembers one slide, it's this one. The rest is evidence that attackers exploit this window, that it's collapsing, and that it's widest for embedded.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but non-technical. IBM X-Force diffed a public Windows patch with off-the-shelf tools and had a working exploit in about a day — with no prior experience in that component. The technique is a standard skill, not exotic.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chart. Five years ago defenders had two months; in 2023 the average was five days. Caveat in your pocket: the 5-day average excludes 15 outliers (~47 days with them) and blends zero-day and n-day timing; the direction is corroborated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Pairs with the prior slide. N-day is the precise thing we defend against: attacks on people who had a fix available but hadn't shipped it. For an embedded vendor on a months-long rebuild cycle, "within a month" means the attack lands before we've shipped. Raw counts if pressed: 5 / 12 / 23 of 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"just subscribe to a CVE feed" is not enough — by the time the CVE exists, the attacker has had the diff for weeks. Peer-reviewed, not vendor marketing. The Linux number matters most: it's the exact ecosystem under embedded firmware.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Makes it personal. Embedded products carry huge, old dependency trees; every one of those 161 known vulnerabilities had a public fix that never reached the shipped image. Long rebuild cycles + large dependency trees = the widest exposure window of anyone.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reinforcing facts: attackers are concentrating on the device class we build, and that class is where defenders are blindest because you can't install agents on a router or camera. The defensive answer to an on-device blind spot is to watch the supply chain upstream — which is what our tool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"so what, in dollars and trend lines" slide. 55-days-vs-5-days is the knockout: defenders patch in 55 days, attackers exploit in 5. PAN-OS is the named, recent case. Note: DBIR/KEV/IBM figures are primary-sourced but were not run through the adversarial verification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because of the pushback. The threat model isn't our invention — governments legislate around it, Google and the Linux Foundation ship tools against it, and there's a decade of peer-reviewed literature. What's novel in our work is applying it as continuous monitoring for our specific supply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everything together. Slide 6 says the signal exists in the code before the CVE; slide 10 says detecting it is solved enough to build on; this slide operationalizes that for our dependency tree. Defensive, triage-only — we flag what to rebuild; we never derive exploits.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ask concrete and small. We're not boiling the ocean; we're measuring and shrinking one window for a defined dependency set. Close by returning to the trend: the industry went from 63 days to 5. How many days are we, and are we moving the right way?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citation list with org + year. Every figure in the deck traces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against a repeat of the last presentation. Every likely objection has a one-line sourced rebuttal. The do-not-use entry keeps a tempting-but-unverified stat out of your mouth.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The Patch Gap</a:t>
            </a:r>
          </a:p>
          <a:p>
            <a:r>
              <a:rPr sz="2400" b="0" i="1">
                <a:solidFill>
                  <a:srgbClr val="CFD6E4"/>
                </a:solidFill>
                <a:latin typeface="Calibri"/>
              </a:rPr>
              <a:t>Defending the window before a CVE exists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The Exposure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A security fix becomes public knowledge the moment it's committed — not when the CVE is announced. Attackers race us through that gap.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The fix itself is the disclosure. The code change shows exactly what was broken.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We don't ship when upstream fixes a bug — we have to rebuild and re-release firmware.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The difference between those two timestamps is our exposure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Google Project Zero (2020).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How the attack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"Patch diffing" — reverse-engineering the fix to find the flaw: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Vendor publishes an update (or an OSS project merges a commit).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Attacker compares "before" vs. "after" — the change points straight at the vulnerability.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Attacker builds a working exploit from that diff.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Anyone still running the old version is now a target.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Routine enough to have a nickname: "Patch Tuesday, Exploit Wednesday."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Self-evident: a defect found, reported, and fixed comes with a map — the commit is the map. Re-finding it is a low bar.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IBM X-Force (2023): CVE-2023-21768 weaponized in ~1 day. Google Project Zero (2020): ~3-week upper bound.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Time-to-exploit is collapsing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Avg. days to exploit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62626"/>
                          </a:solidFill>
                          <a:latin typeface="Calibri"/>
                        </a:rPr>
                        <a:t>2018–2019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62626"/>
                          </a:solidFill>
                          <a:latin typeface="Calibri"/>
                        </a:rPr>
                        <a:t>63 days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62626"/>
                          </a:solidFill>
                          <a:latin typeface="Calibri"/>
                        </a:rPr>
                        <a:t>2020–2021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62626"/>
                          </a:solidFill>
                          <a:latin typeface="Calibri"/>
                        </a:rPr>
                        <a:t>44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62626"/>
                          </a:solidFill>
                          <a:latin typeface="Calibri"/>
                        </a:rPr>
                        <a:t>2021–2022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62626"/>
                          </a:solidFill>
                          <a:latin typeface="Calibri"/>
                        </a:rPr>
                        <a:t>32 days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0392B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0392B"/>
                          </a:solidFill>
                          <a:latin typeface="Calibri"/>
                        </a:rPr>
                        <a:t>5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F3864"/>
                </a:solidFill>
                <a:latin typeface="Calibri"/>
              </a:rPr>
              <a:t>"This is less than a sixth of the previously observed TTE." — Mandiant</a:t>
            </a:r>
          </a:p>
          <a:p>
            <a:pPr>
              <a:spcBef>
                <a:spcPts val="1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A floor, not a ceiling: the data ends in 2023. Building exploits keeps getting cheaper and faster — an accelerant on an already-downward line. The point stands on its own; no extra study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Mandiant / Google Cloud, 2023 Time-to-Exploit Trends (Oct 2024).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N-day: exploitation after a patch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Of 138 vulnerabilities exploited in 2023, 41 (30%) were N-days — first exploited after a patch existed.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Of those N-days: 12% within 1 day, 29% within 1 week, 56% within 1 month of the patch.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This is the patch-gap window, measured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Mandiant / Google Cloud, 2023 Time-to-Exploit report (Oct 2024).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Silent fixes: patches precede disclosure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Open-source fixes are routinely public in the code before any CVE or advisory exists: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~70% of security patches are committed before public disclosure.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Vulnerability databases (Snyk, NVD) lag a median of 25 days behind the fix.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~38% of security releases ship with no note that they fix a security issue.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Linux kernel: fixes detectable in the public repo 2–179 days before disclosure.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Li &amp; Paxson, ACM CCS 2017; Imtiaz et al., IEEE TSE 2022; Ramsauer et al., ACM CCSW 2020.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Embedded carries the widest exposure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Forescout teardown of real router / edge firmware (2024):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Average open-source component is 5 years, 6 months old — and 4 years, 4 months behind latest.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161 known vulnerabilities baked into the average firmware image (24 rated critical).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~20 exploitable N-day kernel vulnerabilities per image.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4 of 5 images analyzed ran OpenWrt (embedded Linux) — our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Forescout, "Rough Around the Edges" OT/IoT router firmware study (Aug 2024).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Attackers concentrate on edge devices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Over 60% of enterprise zero-day exploitation in 2024 hit security &amp; network devices (20 of 33) — Ivanti, Palo Alto, Cisco ASA, Fortinet, VMware.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~half of enterprise zero-days in 2025, same pattern.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Why: edge / embedded devices can't run endpoint detection (EDR) — Mandiant calls this "a blind spot for defenders… an ideal attack surface."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Mandiant / Google Cloud, 2024 Zero-Day Trends &amp; 2025 Zero-Day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Scale and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+180% (≈3×) year-over-year surge in breaches that start with vulnerability exploitation — Verizon DBIR 2024.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Organizations take 55 days to remediate half of critical vulns after a patch ships — DBIR 2024. (Attackers need 5.)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CISA Known-Exploited-Vulnerabilities catalog: 1,484 entries, +245 (+20%) in 2025 — its largest jump in three years.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Average breach cost $4.88M, +10% YoY (largest jump since the pandemic) — IBM 2024.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PAN-OS CVE-2024-3400: public PoC one day after disclosure; a dozen-plus groups exploiting it within two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Verizon DBIR 2024; SecurityWeek/CISA KEV 2025; IBM Cost of a Data Breach 2024; Mandiant M-Trends 2025.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A recognized field: tools, standards,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The direct answer to "where's the evidence?"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CISA maintains a government catalog of actively-exploited vulns with mandated remediation deadlines (KEV / BOD).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Google OSV, OpenSSF cve-bin-tool, Timesys Vigiles — production tools to find vulnerable components in builds (incl. Buildroot &amp; Yocto).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"Security Patch Detection" is a named academic discipline — a 2024 ACM Computing Surveys paper reviews 127 studies (2014–2023).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CISA KEV; google/osv.dev; ossf/cve-bin-tool; TimesysGit/vigiles-buildroot; Lin et al., ACM Computing Surveys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Where our work 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RepoMonitoring closes the gap on the one axis we control: defender reaction time.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Watch the upstream repos our products depend on — including commits, before any CVE.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Triage each change: is this a security fix or a normal bug fix?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Alert our build teams to rebuild during the gap — not 25 days later when the CVE finally posts.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We can't make attackers slower. We can stop being the slowest one in the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F7F7F"/>
                </a:solidFill>
                <a:latin typeface="Calibri"/>
              </a:rPr>
              <a:t>Source: Internal — RepoMonitoring project scope.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Recognize patch-gap exposure as a tracked risk for our embedded products — not just "patch when the CVE lands."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Resource continuous upstream monitoring + commit triage for our core dependency set.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Target metric: shrink our fix-visible → firmware-shipped window — the one number this deck is about.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Appendix A —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Primary threat-intelligence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Mandiant / Google Cloud — 2023 Time-to-Exploit Trends (Oct 2024); 2024 Zero-Day Trends; 2025 Zero-Day Review; M-Trends 2025.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Google Project Zero (2020); IBM X-Force (2023).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Embedded / scale / cost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Forescout, Rough Around the Edges (2024); Verizon DBIR 2024; CISA KEV via SecurityWeek (2025); IBM Cost of a Data Breach 2024.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Peer-reviewed academic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Li &amp; Paxson, ACM CCS 2017; Imtiaz et al., IEEE TSE 2022; Ramsauer et al., ACM CCSW 2020; Lin et al., ACM Computing Surveys 2024.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Tooling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    – google/osv.dev; ossf/cve-bin-tool; TimesysGit/vigiles-buildroot; CISA KEV catalog.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Appendix B — Anticipated objections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01168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•  "The 5-day number sounds cherry-picked." → Excludes 15 outliers; with them ~47 days, still down from 63. Corroborated independently. The trend is the point.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•  "Those are vendor marketing reports." → Methodology &amp; samples are published; the mechanism is independently established in peer-reviewed venues (CCS, TSE, CCSW).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•  "Silent-fix percentages are general OSS, not our embedded stack." → Correct, and we say so. Embedded exposure is proven separately by Forescout + Mandiant edge data. They meet at the Linux kernel.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•  "Show me one concrete case." → PAN-OS CVE-2024-3400: public PoC one day after disclosure, a dozen-plus groups within two weeks.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•  Do not use: "Linux fixes precede CVE by ~100 days (Kroah-Hartman)" — this claim was refuted in our fact-check.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